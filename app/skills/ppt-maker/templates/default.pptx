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3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 autoAdjust="0"/>
    <p:restoredTop sz="86374"/>
  </p:normalViewPr>
  <p:slideViewPr>
    <p:cSldViewPr snapToGrid="0" showGuides="1">
      <p:cViewPr varScale="1">
        <p:scale>
          <a:sx n="127" d="100"/>
          <a:sy n="127" d="100"/>
        </p:scale>
        <p:origin x="1952" y="1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/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49" y="469127"/>
            <a:ext cx="10307927" cy="4093347"/>
          </a:xfrm>
        </p:spPr>
        <p:txBody>
          <a:bodyPr anchor="b">
            <a:normAutofit/>
          </a:bodyPr>
          <a:lstStyle>
            <a:lvl1pPr>
              <a:defRPr sz="600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10307926" cy="647555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4400" b="0" i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400" b="0">
                <a:effectLst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3200" b="0"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 dirty="0">
              <a:effectLst/>
            </a:endParaRP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>
              <a:latin typeface="+mn-l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宋体</vt:lpstr>
      <vt:lpstr>Wingdings</vt:lpstr>
      <vt:lpstr>Calibri</vt:lpstr>
      <vt:lpstr>Helvetica Neue</vt:lpstr>
      <vt:lpstr>汉仪书宋二KW</vt:lpstr>
      <vt:lpstr>微软雅黑</vt:lpstr>
      <vt:lpstr>汉仪旗黑</vt:lpstr>
      <vt:lpstr>宋体</vt:lpstr>
      <vt:lpstr>Arial Unicode MS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开飞机的乔巴 Eric</cp:lastModifiedBy>
  <cp:revision>9</cp:revision>
  <dcterms:created xsi:type="dcterms:W3CDTF">2026-02-14T15:53:40Z</dcterms:created>
  <dcterms:modified xsi:type="dcterms:W3CDTF">2026-02-14T15:53:40Z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2052-6.8.2.8850</vt:lpwstr>
  </property>
  <property fmtid="{D5CDD505-2E9C-101B-9397-08002B2CF9AE}" pid="3" name="ICV">
    <vt:lpwstr>982D4328296437697E9A9069FEDABA64_41</vt:lpwstr>
  </property>
</Properties>
</file>